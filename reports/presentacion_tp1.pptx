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Jorge Garcia. Presenta el problema del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Jorge Garcia. Detallar la fuente y el desbalance de clases.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Jose Villanueva. Mostrar cómo el '0' nos llevó a replantear el preprocesamiento.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Jose Villanueva. Explicar el manejo del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Aldair Rivas. Resaltar la importancia del momento de predicción.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Aldair Rivas. Explicar por qué usar sklearn Pipelines es crucial.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Jorge Garcia. Interpretar que el PR-AUC superior indica menos falsas alarmas.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Jose Villanueva. Hablar sobre el riesgo prospectivo de las variables financieras.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Aldair Rivas. Traducir el TP, FP a estudiantes de carne y hueso.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Equipo. Mostrar la evolución técnica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de respaldo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Predicción de Abandono Estudiantil (TP1)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¿Podemos predecir qué estudiantes abandonarán usando su estado al final del 1.er semestre?</a:t>
            </a:r>
          </a:p>
          <a:p>
            <a:pPr/>
            <a:r>
              <a:t>Objetivo: Intervenir tempranamente (reducción de deserción).</a:t>
            </a:r>
          </a:p>
          <a:p>
            <a:pPr/>
            <a:r>
              <a:t>INTEGRANTES: Jorge Garcia, Jose Villanueva, Aldair Rivas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y 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Fuente: UCI Machine Learning Repository (Instituto en Portugal).</a:t>
            </a:r>
          </a:p>
          <a:p>
            <a:pPr/>
            <a:r>
              <a:t>Prevalencia de abandono: 32.1%</a:t>
            </a:r>
          </a:p>
          <a:p>
            <a:pPr/>
            <a:r>
              <a:t>Limitación: Solo una institución. Riesgo de sesgo temporal y espacial.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Exploratorio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El 0 en calificaciones usualmente indica inasistencia total, no mal desempeño.</a:t>
            </a:r>
          </a:p>
          <a:p>
            <a:pPr/>
            <a:r>
              <a:t>Fuerte señal socioeconómica: Deudores y sin beca desertan más.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 de Datos y Preprocesamiento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Transformación de '0' a NaN en modelos lineales para evitar sesgo continuo.</a:t>
            </a:r>
          </a:p>
          <a:p>
            <a:pPr/>
            <a:r>
              <a:t>Categorías agrupadas y truncadas para evitar sobreajuste (Alta cardinalidad).</a:t>
            </a:r>
          </a:p>
          <a:p>
            <a:pPr/>
            <a:r>
              <a:t>Codificación especial: OneHot para lineal, Ordinal para árboles.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Particionamiento y Anti-Leakage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Momento de predicción: Exclusivamente fin del 1.er semestre.</a:t>
            </a:r>
          </a:p>
          <a:p>
            <a:pPr/>
            <a:r>
              <a:t>Se eliminaron variables del 2.º semestre (Temporal Leakage).</a:t>
            </a:r>
          </a:p>
          <a:p>
            <a:pPr/>
            <a:r>
              <a:t>Test set del 20% bloqueado por hash (evaluado 1 sola vez).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Pipelines de scikit-learn garantizan cero filtración de train a test.</a:t>
            </a:r>
          </a:p>
          <a:p>
            <a:pPr/>
            <a:r>
              <a:t>Imputación de medianas solo calculadas dentro del fold de validación.</a:t>
            </a:r>
          </a:p>
          <a:p>
            <a:pPr/>
            <a:r>
              <a:t>Modelos evaluados: LogReg, Random Forest, HistGradientBoosting.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Modelo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Modelo ganador: Regresión Logística (PR-AUC OOF: 0.86)</a:t>
            </a:r>
          </a:p>
          <a:p>
            <a:pPr/>
            <a:r>
              <a:t>Supera a la regla base ('aprobadas=0') por +0.36 PR-AUC (IC 95%: [0.34, 0.38]).</a:t>
            </a:r>
          </a:p>
          <a:p>
            <a:pPr/>
            <a:r>
              <a:t>Resultados en TEST: PR-AUC 0.87, Recall 86%, Precision 69%.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Ablación y Sensibilidad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 variables financieras: Cae 0.038 en PR-AUC.</a:t>
            </a:r>
          </a:p>
          <a:p>
            <a:pPr/>
            <a:r>
              <a:t>Sin datos de aprobación: Cae 0.117 en PR-AUC.</a:t>
            </a:r>
          </a:p>
          <a:p>
            <a:pPr/>
            <a:r>
              <a:t>Conclusión: El modelo no es dependiente de una sola señal trivial; fusiona demografía y academia.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 Negocio (En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Umbral seleccionado: 0.24</a:t>
            </a:r>
          </a:p>
          <a:p>
            <a:pPr/>
            <a:r>
              <a:t>De cada 100 alumnos, levantamos 40 alertas.</a:t>
            </a:r>
          </a:p>
          <a:p>
            <a:pPr/>
            <a:r>
              <a:t>Detectamos al 86% de los estudiantes que abandonarían.</a:t>
            </a:r>
          </a:p>
          <a:p>
            <a:pPr/>
            <a:r>
              <a:t>Sólo 31% son falsas alarmas (Precision 69%).</a:t>
            </a:r>
          </a:p>
          <a:p>
            <a:pPr/>
            <a:r>
              <a:t>El modelo identifica casos complejos que la regla simple ignora.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hacia el TF1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Integrar Optuna para optimización bayesiana de ensambles.</a:t>
            </a:r>
          </a:p>
          <a:p>
            <a:pPr/>
            <a:r>
              <a:t>Implementar MLFlow para rastreo de experimentos.</a:t>
            </a:r>
          </a:p>
          <a:p>
            <a:pPr/>
            <a:r>
              <a:t>Interpretabilidad con SHAP (valores locales).</a:t>
            </a:r>
          </a:p>
          <a:p>
            <a:pPr/>
            <a:r>
              <a:t>Despliegue simulado con FastAPI y Streamlit.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[Backup] Matriz de Confusión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Verdaderos Positivos (Abandonos detectados): 245</a:t>
            </a:r>
          </a:p>
          <a:p>
            <a:pPr/>
            <a:r>
              <a:t>Falsos Positivos (Alarmas innecesarias): 112</a:t>
            </a:r>
          </a:p>
          <a:p>
            <a:pPr/>
            <a:r>
              <a:t>Falsos Negativos (Abandonos omitidos): 39</a:t>
            </a:r>
          </a:p>
          <a:p>
            <a:pPr/>
            <a:r>
              <a:t>Verdaderos Negativos (Retenidos omitidos): 489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